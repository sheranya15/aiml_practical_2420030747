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6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E91A7-5771-4DCB-8270-141AEC36079D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49850-6AAF-4035-A6D1-9379D93FA1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554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49850-6AAF-4035-A6D1-9379D93FA16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950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449850-6AAF-4035-A6D1-9379D93FA16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025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8964-BB87-BC22-4C80-F6A4B9156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CB679-CCCB-AD8D-6367-F09CC4996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5489E-DDAF-65F4-82DD-A1FCB780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6380E-42EC-2739-9C7B-36BFD8CB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4AE5C-A05B-1393-5A3C-56FEE664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117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037A-784B-A2ED-2C71-C6EE030BF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FF8F4-FA0B-DC8F-38A1-D997353E2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3D1CC-F3EA-DD18-6BDA-BC1FA9B2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FCCA5-8D0F-4BA8-B237-D1B91C575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45DD4-95F1-1321-33ED-C1BCA4BC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865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13F9-77DF-B4D4-5F44-C64AAAB9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C988-E264-3273-A7A0-F6E590230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750C-DFD1-8613-61F1-4B2E7644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8C73F-C037-1ADF-7FCE-EC7A84A3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6043A-EE91-402B-E12D-F5E0DF77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16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5E5E6-7D40-2A7A-1995-99618780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8454B-78CE-1572-8F57-6623BEF1B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4221C-A9A7-8649-8911-BE4C67114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1B2F4-5AFD-1DDD-E33A-4EAF22759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FB286-B52F-DF9E-944D-3C150922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36FB8-E700-74CF-B1F0-15DE1340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31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6A28-C4A9-3EB2-0BC8-9E8FD57F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4CC01-FF9D-4854-BA29-AFCDE83B9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6B118-7094-E327-D41F-AEA5FE3F3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987A85-1080-DA04-1580-BFBBD93F9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A8DD3-9F54-F84D-A3E5-1D5009ACA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0FCE4-CE19-A29F-5F48-C7F27090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2D6448-6FF8-D248-0765-BFCE5C873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3F545-36DF-6A17-A9BB-DB5636C8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2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00C1-E614-9E85-5989-784D3826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71161-AF64-DDA1-A379-2164233B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2BF9E-8F64-9AF2-FDC5-F7FFD7AA4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43CB8-390D-95EC-EDCA-FB852EC7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50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32985-8D7C-925D-FED4-4A82F99EF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63B30-D179-9891-E264-592F9883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79619-7B78-49D9-630D-224885E0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4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5AFA1-8F20-F359-9DF5-C8C5D48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DBB5D-D5A8-9801-4E06-8522FE2E8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72E64-4A92-057E-3AFE-3AA1810F1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30821-6137-3E8A-5164-5234B966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CD5D9-0DBF-C3ED-282A-6983ED5C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980BE-88A6-3D2F-ED1E-ADD7E673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5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6DBB-EC56-2856-76D0-0BF8EF94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C88B15-FB4F-313E-964D-BC9CF2165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FB261-D94B-1680-D5AF-B027890AC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D197C-E6FB-BA64-094B-A9217DA8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345BB-F471-1F17-1631-F06ED321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69D29-9F3E-570B-52B9-4549D187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701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9CDD-31B7-E35E-E5A5-33DFEB29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F9A39-2E1C-CE4D-E211-12A2C7B6C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B2115-60DB-A014-8BDC-37ED5049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A85E6-E2DF-19F2-9EA9-54517D074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A9A08-4205-4D6A-5432-A50D27C4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0A8CE-147B-EFBF-16B4-829B232B1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6CC5B-65A5-7600-4DA5-7309A26BB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45DD8-AD2E-7A67-D34D-FC4341449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ADB8E-7CB7-98F9-15DE-1D5324DEE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22EB9-3ABC-3A76-2514-DD832AA5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173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15509A-57E3-13DA-7474-60B007FA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3FC4F-CA31-01C2-66CA-E7A17063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0DAE7-C450-862C-0B0F-E01C5AD61C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B82DD-F77B-47B7-BCCE-882F8080D6F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81F6B-F3D9-D9FF-5A9A-D14F9C28C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66D93-698D-84EC-5006-18ECB1B8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A0485-2146-4E04-AF96-8E1DE974DE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5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6119091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7" y="3552917"/>
            <a:ext cx="96578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Lab SESSION NO : 0</a:t>
            </a:r>
            <a:r>
              <a:rPr lang="en-US" sz="3000" b="1" cap="all" dirty="0">
                <a:latin typeface="Gill Sans MT"/>
                <a:ea typeface="+mj-ea"/>
                <a:cs typeface="+mj-cs"/>
              </a:rPr>
              <a:t>5</a:t>
            </a:r>
            <a:endParaRPr lang="en-IN" sz="3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C4BC93-9A3C-6FE8-A60F-EF7FE03D5E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F7DF-0F3D-07EB-1DD5-B6FCE080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3"/>
            <a:ext cx="9426677" cy="1325563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Experiment# 5 : Perform feature engineering on the real-world Titanic dataset by handling missing values, applying scaling and encoding techniques, and visualizing data using pair plots 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25ED-47EE-995C-8EAA-8CAA4C0B2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162"/>
            <a:ext cx="10515600" cy="460380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Lab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program to: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Load the Titanic dataset using pandas.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Display basic information: number of rows, columns, missing values per column.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Handle missing values: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Impute missing ‘Age’ with median.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Impute missing ‘Embarked’ with mode.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Apply scaling: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Standardize the ‘Fare’ column.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Encode categorical columns: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Apply one-hot encoding to ‘Sex’ and ‘Embarked’.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 data: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 Plot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pairplots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numerical features grouped by ‘Survived’.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Print the first 5 rows of the processed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A3151-60F1-1FA7-EFDC-FE442BECD2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8831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6753-0048-60C0-BBEA-BD640908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044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Code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AFFAB-1414-AF5F-76C6-89B98478FE3B}"/>
              </a:ext>
            </a:extLst>
          </p:cNvPr>
          <p:cNvSpPr txBox="1"/>
          <p:nvPr/>
        </p:nvSpPr>
        <p:spPr>
          <a:xfrm>
            <a:off x="140110" y="1362044"/>
            <a:ext cx="6624484" cy="376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1 - Imports and load dataset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pandas as pd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np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sklearn.preprocessing 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StandardScaler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OneHotEncoder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matplotlib.pyplot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seaborn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%matplotlib inline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Load CSV (change filename if needed)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pd.read_csv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("Titanic-Dataset.csv")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C6041-CAEB-7B4D-3AE9-D0ED1F1048AC}"/>
              </a:ext>
            </a:extLst>
          </p:cNvPr>
          <p:cNvSpPr txBox="1"/>
          <p:nvPr/>
        </p:nvSpPr>
        <p:spPr>
          <a:xfrm>
            <a:off x="7541341" y="1667232"/>
            <a:ext cx="6096000" cy="2497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2 - Overview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print("Shape:",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df.shape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print("\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nFirst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5 rows:")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df.head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print("\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nMissing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values (original):")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df.isnull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().sum())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3D325B1-E92C-1767-196B-521594F6CE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02635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DE50-0B62-53D4-A146-90B70F29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/>
          <a:lstStyle/>
          <a:p>
            <a:r>
              <a:rPr lang="en-US" dirty="0"/>
              <a:t>Code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AE9897-6394-A44D-AE05-0C8C083A20FF}"/>
              </a:ext>
            </a:extLst>
          </p:cNvPr>
          <p:cNvSpPr txBox="1"/>
          <p:nvPr/>
        </p:nvSpPr>
        <p:spPr>
          <a:xfrm>
            <a:off x="464573" y="1231190"/>
            <a:ext cx="8551607" cy="334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3 - Impute missing values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Impute Age with median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["Age"].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fillna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["Age"].median(),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inplace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Treat empty strings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then impute Embarked with mode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["Embarked"].replace('',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np.nan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inplace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["Embarked"].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fillna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["Embarked"].mode()[0],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inplace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print("Missing values AFTER imputation (Age &amp; Embarked):")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df.isnull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().sum())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1ABFC-9A5D-6319-C8A3-887E890830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672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D1CD021-8341-08CA-6FD0-3085EC124341}"/>
              </a:ext>
            </a:extLst>
          </p:cNvPr>
          <p:cNvSpPr txBox="1"/>
          <p:nvPr/>
        </p:nvSpPr>
        <p:spPr>
          <a:xfrm>
            <a:off x="629263" y="620220"/>
            <a:ext cx="9733936" cy="5024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4 - Standardize Fare and show before/after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print("Fare - BEFORE scaling (first 8 rows):")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["Fare"].head(8))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If Fare has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fill with median so scaler won't fail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["Fare"].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isnull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().any():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  print("Found missing Fare values - filling with median before scaling.")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  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["Fare"].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fillna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["Fare"].median(),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inplace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scaler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StandardScaler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fit_transform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expects 2D array -&gt; we keep original Fare and add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Fare_scaled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column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Fare_scaled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"]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scaler.fit_transform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[["Fare"]])[:, 0]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print("\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nFare_scaled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AFTER scaling (first 8 rows):")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[["Fare", 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Fare_scaled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"]].head(8))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86202F-5499-AF35-06B3-E022B092856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67053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D576B5-85B9-CA97-F33A-D69276044EDD}"/>
              </a:ext>
            </a:extLst>
          </p:cNvPr>
          <p:cNvSpPr txBox="1"/>
          <p:nvPr/>
        </p:nvSpPr>
        <p:spPr>
          <a:xfrm>
            <a:off x="1671484" y="1468864"/>
            <a:ext cx="7620000" cy="2076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5 - Columns and Sex/Embarked before encoding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print("Columns BEFORE one-hot encoding:")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print(list(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df.columns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print("\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nSex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Embarked (before encoding) - first 8 rows:")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[["Sex", "Embarked"]].head(8))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673BF7-71D2-F67C-7D7C-12AC2D4AC5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705904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D7E68C-E7CB-908F-EA20-BF2261F87FF3}"/>
              </a:ext>
            </a:extLst>
          </p:cNvPr>
          <p:cNvSpPr txBox="1"/>
          <p:nvPr/>
        </p:nvSpPr>
        <p:spPr>
          <a:xfrm>
            <a:off x="609599" y="358529"/>
            <a:ext cx="8563898" cy="544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 6 -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OneHotEncode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Sex and Embarked (simple version, </a:t>
            </a:r>
            <a:r>
              <a:rPr lang="en-IN" sz="1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sklearn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&gt;= 1.2)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sklearn.preprocessing 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OneHotEncoder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Create encoder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OneHotEncoder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(drop='first',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sparse_output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=False)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Fit &amp; transform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encoded_arr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ohe.fit_transform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[["Sex", "Embarked"]])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Column names from encoder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encoded_cols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ohe.get_feature_names_out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(["Sex", "Embarked"])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Convert to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DataFrame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pd.DataFrame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encoded_arr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columns=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encoded_cols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index=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df.index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Show encoded columns only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print("Encoded columns (first 8 rows):")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encoded_df.head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(8))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9A5F7-D87D-F8B7-11BD-FB2DCB25A5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475161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1E0F50-D16C-2E43-491B-31297F29C288}"/>
              </a:ext>
            </a:extLst>
          </p:cNvPr>
          <p:cNvSpPr txBox="1"/>
          <p:nvPr/>
        </p:nvSpPr>
        <p:spPr>
          <a:xfrm>
            <a:off x="894735" y="749685"/>
            <a:ext cx="6096000" cy="5661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#Step-7: Pair Plots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seaborn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matplotlib.pyplot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# Select numerical features for plotting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num_features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["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Pclass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"Age", 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SibSp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", "Parch", "Fare"] 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# Make sure Survived is integer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["Survived"]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["Survived"].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astype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(int)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#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Pairplot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grouped by Survived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sns.pairplot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num_features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["Survived"]], hue="Survived",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diag_kind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="hist",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plot_kws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={"alpha":0.6})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plt.suptitle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("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Pairplot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of Numerical Features grouped by Survived", y=1.02)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plt.show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56D7D1-BB65-D2C6-D766-35BEC0E665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3793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3925D6-8162-65F5-FC6A-9A9284113A55}"/>
              </a:ext>
            </a:extLst>
          </p:cNvPr>
          <p:cNvSpPr txBox="1"/>
          <p:nvPr/>
        </p:nvSpPr>
        <p:spPr>
          <a:xfrm>
            <a:off x="914399" y="601669"/>
            <a:ext cx="9311149" cy="2076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Step-8. Display first 5 rows after processing data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final_df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pd.concat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([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df.drop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(columns=["Sex", "Embarked", "Fare"]),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encoded_df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], axis=1)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Show first 5 rows of processed dataset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print("First 5 rows of the final processed dataset:")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final_df.head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38956F-4738-19CE-3B07-B863A8694A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C166C3-8C7F-2BD6-E9E3-40FFFDA285B7}"/>
              </a:ext>
            </a:extLst>
          </p:cNvPr>
          <p:cNvSpPr txBox="1"/>
          <p:nvPr/>
        </p:nvSpPr>
        <p:spPr>
          <a:xfrm>
            <a:off x="914398" y="2761132"/>
            <a:ext cx="9950247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Output-Final (Missing Values Count Before and after Imputation)</a:t>
            </a:r>
            <a:endParaRPr lang="en-IN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B6EE83-58C3-94C0-4A37-E6F8CB43E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015" y="3429000"/>
            <a:ext cx="2599679" cy="2682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E31484-30FC-B63C-91AB-6E49A3444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376" y="3517819"/>
            <a:ext cx="4418210" cy="259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59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D646-CE32-ABE7-C2BA-45344C4D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Scaling Outputs – Categorical &amp; Numerical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3F4FBE-3EE5-479C-8B0A-13BCE7CE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51703"/>
            <a:ext cx="2789162" cy="1760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D509D-C31B-E2BC-29B5-8D9B94D98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09" y="1668627"/>
            <a:ext cx="3909399" cy="17756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3B02631-AF48-EF97-7207-6766E886B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009" y="1791330"/>
            <a:ext cx="3292125" cy="35207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DC5E3F-11A6-DCA0-A7C1-B4A251F03D64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8859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F60D-CCD2-A9E6-9D5A-C18F735E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09" y="135836"/>
            <a:ext cx="10515600" cy="539443"/>
          </a:xfrm>
        </p:spPr>
        <p:txBody>
          <a:bodyPr>
            <a:noAutofit/>
          </a:bodyPr>
          <a:lstStyle/>
          <a:p>
            <a:pPr algn="ctr"/>
            <a:r>
              <a:rPr lang="en-US" sz="1800" b="1" u="sng" dirty="0"/>
              <a:t>Final Output – Before Processing</a:t>
            </a:r>
            <a:endParaRPr lang="en-IN" sz="18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B541DD-A9A8-142D-23A0-0DC36E6F3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792" y="572478"/>
            <a:ext cx="10486029" cy="2575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4DAF17-9859-B2F1-1744-2C088091C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985" y="3506245"/>
            <a:ext cx="10486029" cy="321591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D404DB1-1882-D8D5-9A40-67D9E4F74ABC}"/>
              </a:ext>
            </a:extLst>
          </p:cNvPr>
          <p:cNvSpPr txBox="1">
            <a:spLocks/>
          </p:cNvSpPr>
          <p:nvPr/>
        </p:nvSpPr>
        <p:spPr>
          <a:xfrm>
            <a:off x="425245" y="3170298"/>
            <a:ext cx="10515600" cy="4146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u="sng" dirty="0"/>
              <a:t>Final Output – After Processing</a:t>
            </a:r>
            <a:endParaRPr lang="en-IN" sz="1800" b="1" u="sn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F02C0-E4FA-69DC-5C55-815671935F9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28401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2495-00BC-5698-FD11-F7F83E0D1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49577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800" dirty="0"/>
          </a:p>
          <a:p>
            <a:pPr marL="0" indent="0" algn="ctr">
              <a:buNone/>
            </a:pPr>
            <a:r>
              <a:rPr lang="en-US" sz="4800" dirty="0"/>
              <a:t>Thank You</a:t>
            </a:r>
            <a:endParaRPr lang="en-IN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303360-D937-BF8A-E2EA-DB92E05E2C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680700" y="0"/>
            <a:ext cx="1524000" cy="82994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836966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905</Words>
  <Application>Microsoft Office PowerPoint</Application>
  <PresentationFormat>Widescreen</PresentationFormat>
  <Paragraphs>97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Gill Sans MT</vt:lpstr>
      <vt:lpstr>Times New Roman</vt:lpstr>
      <vt:lpstr>Office Theme</vt:lpstr>
      <vt:lpstr>PowerPoint Presentation</vt:lpstr>
      <vt:lpstr>Experiment# 5 : Perform feature engineering on the real-world Titanic dataset by handling missing values, applying scaling and encoding techniques, and visualizing data using pair plots </vt:lpstr>
      <vt:lpstr>Code</vt:lpstr>
      <vt:lpstr>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Scaling Outputs – Categorical &amp; Numerical</vt:lpstr>
      <vt:lpstr>Final Output – Before Processing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Jyothsna Datti</dc:creator>
  <cp:lastModifiedBy>Jyothsna Datti</cp:lastModifiedBy>
  <cp:revision>27</cp:revision>
  <dcterms:created xsi:type="dcterms:W3CDTF">2025-08-22T06:46:26Z</dcterms:created>
  <dcterms:modified xsi:type="dcterms:W3CDTF">2025-08-22T10:12:00Z</dcterms:modified>
</cp:coreProperties>
</file>